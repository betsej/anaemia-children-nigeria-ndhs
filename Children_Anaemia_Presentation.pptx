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se Study" id="{7907ba79-47a9-4f75-b8c3-06a3e1bb7da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Children with anemia by wealth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Children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Poorest</c:v>
                  </c:pt>
                  <c:pt idx="1">
                    <c:v>Poorer</c:v>
                  </c:pt>
                  <c:pt idx="2">
                    <c:v>Middle</c:v>
                  </c:pt>
                  <c:pt idx="3">
                    <c:v>Richer</c:v>
                  </c:pt>
                  <c:pt idx="4">
                    <c:v>Richest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1624</c:v>
                </c:pt>
                <c:pt idx="1">
                  <c:v>1538</c:v>
                </c:pt>
                <c:pt idx="2">
                  <c:v>1520</c:v>
                </c:pt>
                <c:pt idx="3">
                  <c:v>1404</c:v>
                </c:pt>
                <c:pt idx="4">
                  <c:v>917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937"/>
                </a:solidFill>
                <a:latin typeface="Arial"/>
              </a:rPr>
              <a:t>Taking iron pills (% of each wealth group)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Iron</c:v>
                </c:pt>
              </c:strCache>
            </c:strRef>
          </c:tx>
          <c:spPr>
            <a:solidFill>
              <a:srgbClr val="8B1A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Poorest</c:v>
                  </c:pt>
                  <c:pt idx="1">
                    <c:v>Poorer</c:v>
                  </c:pt>
                  <c:pt idx="2">
                    <c:v>Middle</c:v>
                  </c:pt>
                  <c:pt idx="3">
                    <c:v>Richer</c:v>
                  </c:pt>
                  <c:pt idx="4">
                    <c:v>Richest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10.6</c:v>
                </c:pt>
                <c:pt idx="1">
                  <c:v>12.5</c:v>
                </c:pt>
                <c:pt idx="2">
                  <c:v>21.1</c:v>
                </c:pt>
                <c:pt idx="3">
                  <c:v>27.8</c:v>
                </c:pt>
                <c:pt idx="4">
                  <c:v>30.1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Children's Anemia in Nigeria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2018 NDHS Case Study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Orherime Betty Ejakpovi | Data Analyst | Excel, SQL, Power BI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Background.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Anemia limits children's growth and development. The 2018 Nigeria Demographic and Health Survey records children's hemoglobin together with household details, which lets us see who is most affected.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Business Problem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Main question: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children are most affected by anemia, and where can prevention reach them?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How severe is it?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Mild, moderate or severe, and average hemoglobin.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Who is affected?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Wealth group, rural or urban home, mother’s education and age.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What are the gaps?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Iron supplement use across wealth groups.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 Collection &amp; Preparation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Source: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2018 NDHS, 33,924 survey records and 17 variables.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Cleaned in Excel: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kept the child’s hemoglobin and anemia level, removed mother-only columns.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Removed: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children without anemia and blank results.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Result: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7,003 children with anemia and 11 columns.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Note: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data has no child age, so age and education describe the mother.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Analytical Approach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Tools: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Excel for cleaning and filtering, Power BI for the data model, KPI cards and charts.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Methods: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exploratory analysis, descriptive statistics and comparison across groups.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Output: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4-page Power BI dashboard (KPI, The Pattern, The Gap, Insight).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Analysis Tasks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Break down anemia by severity and average hemoglobin.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Compare cases by wealth, residence and mother’s education.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Check iron pill use, overall and by wealth group.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Look at the mother’s age and age at first birth.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Insights</a:t>
            </a:r>
            <a:endParaRPr lang="en-US" dirty="0"/>
          </a:p>
        </p:txBody>
      </p:sp>
      <p:sp>
        <p:nvSpPr>
          <p:cNvPr id="3" name="Card 1"/>
          <p:cNvSpPr/>
          <p:nvPr/>
        </p:nvSpPr>
        <p:spPr>
          <a:xfrm>
            <a:off x="54864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7,003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children with anemia</a:t>
            </a:r>
            <a:endParaRPr lang="en-US" sz="1000" dirty="0"/>
          </a:p>
        </p:txBody>
      </p:sp>
      <p:sp>
        <p:nvSpPr>
          <p:cNvPr id="6" name="Card 2"/>
          <p:cNvSpPr/>
          <p:nvPr/>
        </p:nvSpPr>
        <p:spPr>
          <a:xfrm>
            <a:off x="265176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56%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moderate (61% moderate or severe)</a:t>
            </a:r>
            <a:endParaRPr lang="en-US" sz="1000" dirty="0"/>
          </a:p>
        </p:txBody>
      </p:sp>
      <p:sp>
        <p:nvSpPr>
          <p:cNvPr id="9" name="Card 3"/>
          <p:cNvSpPr/>
          <p:nvPr/>
        </p:nvSpPr>
        <p:spPr>
          <a:xfrm>
            <a:off x="475488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65%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live in rural areas</a:t>
            </a:r>
            <a:endParaRPr lang="en-US" sz="1000" dirty="0"/>
          </a:p>
        </p:txBody>
      </p:sp>
      <p:sp>
        <p:nvSpPr>
          <p:cNvPr id="12" name="Card 4"/>
          <p:cNvSpPr/>
          <p:nvPr/>
        </p:nvSpPr>
        <p:spPr>
          <a:xfrm>
            <a:off x="6858000" y="109728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11430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80%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6002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not taking iron pills</a:t>
            </a:r>
            <a:endParaRPr lang="en-US" sz="10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1031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572000" y="2103120"/>
          <a:ext cx="40233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 txBox="1"/>
          <p:nvPr/>
        </p:nvSpPr>
        <p:spPr>
          <a:xfrm>
            <a:off x="54864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Data covers children with anemia only, so it shows who the cases are, not which groups have higher rates.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Recommendations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Target rural and low-income homes: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65% of cases are rural and the poorest group has the most.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Make iron easier to get: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 is 10.6% in the poorest group against 30.1% in the richest.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Reach mothers in their 20s and early 30s: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half of cases are linked to mothers aged 25 to 34.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Use simple, spoken messages: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42% of mothers have no formal education.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Screen early in rural health centres: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83% of severe cases are rural.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Expected Impact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Earlier detection: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screening in rural clinics finds anemia before it becomes severe.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Better iron coverage: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closing the gap between the poorest (10.6%) and richest (30.1%) homes.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Better targeting: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programmes focus on the households with the most cases.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26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Expected impact only. It has not been measured.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Challenges &amp; Solutions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Two anemia sets in one file: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used the child columns and removed the mother’s.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Only anemic children in the data: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findings describe who the cases are, not rates.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No child age: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used the mother’s age and labelled it clearly.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Survey terms: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raw data is not published, only results.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Key message: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anemia is not linked to one factor. The most cases are in rural, low-income homes with low iron use and mothers with little schooling.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Next step: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combined approach of iron access, community health workers and simple communication.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emia Case Study">
  <a:themeElements>
    <a:clrScheme name="Anaemia Case Study">
      <a:dk1>
        <a:srgbClr val="1F2937"/>
      </a:dk1>
      <a:lt1>
        <a:srgbClr val="FFFFFF"/>
      </a:lt1>
      <a:dk2>
        <a:srgbClr val="7A1020"/>
      </a:dk2>
      <a:lt2>
        <a:srgbClr val="F5F1EE"/>
      </a:lt2>
      <a:accent1>
        <a:srgbClr val="8B1A2B"/>
      </a:accent1>
      <a:accent2>
        <a:srgbClr val="1E88E5"/>
      </a:accent2>
      <a:accent3>
        <a:srgbClr val="C98A1B"/>
      </a:accent3>
      <a:accent4>
        <a:srgbClr val="2E7D5B"/>
      </a:accent4>
      <a:accent5>
        <a:srgbClr val="5B6B7F"/>
      </a:accent5>
      <a:accent6>
        <a:srgbClr val="B0B8C4"/>
      </a:accent6>
      <a:hlink>
        <a:srgbClr val="1E88E5"/>
      </a:hlink>
      <a:folHlink>
        <a:srgbClr val="7A1020"/>
      </a:folHlink>
    </a:clrScheme>
    <a:fontScheme name="Anaemia Case Stud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Children's Anemia in Nigeria: Case Study</dc:title>
  <dc:subject>PptxGenJS Presentation</dc:subject>
  <dc:creator>Orherime Betty Ejakpovi</dc:creator>
  <cp:lastModifiedBy>Orherime Betty Ejakpovi</cp:lastModifiedBy>
  <cp:revision>1</cp:revision>
  <dcterms:created xsi:type="dcterms:W3CDTF">2026-10-15T20:17:27Z</dcterms:created>
  <dcterms:modified xsi:type="dcterms:W3CDTF">2026-10-15T20:17:27Z</dcterms:modified>
</cp:coreProperties>
</file>